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6" r:id="rId9"/>
    <p:sldId id="267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28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34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73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89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75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2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19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93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35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4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2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C010-04A5-4E1B-8FDF-2402715A654D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7A1F5-2509-4B19-9E77-37C3E80DD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1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CH-5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Computer Vision with </a:t>
            </a:r>
            <a:r>
              <a:rPr lang="en-IN" dirty="0" err="1" smtClean="0"/>
              <a:t>OpenCV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173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What is Computer Vision?</a:t>
            </a:r>
          </a:p>
          <a:p>
            <a:endParaRPr lang="en-IN" dirty="0" smtClean="0"/>
          </a:p>
          <a:p>
            <a:r>
              <a:rPr lang="en-US" dirty="0" smtClean="0"/>
              <a:t>Computer Vision is a field of Artificial Intelligence (AI) that enables machines to </a:t>
            </a:r>
            <a:r>
              <a:rPr lang="en-US" b="1" dirty="0" smtClean="0"/>
              <a:t>see, analyze, and interpret visual data</a:t>
            </a:r>
            <a:r>
              <a:rPr lang="en-US" dirty="0" smtClean="0"/>
              <a:t> from the world. It is used in applications like </a:t>
            </a:r>
            <a:r>
              <a:rPr lang="en-US" b="1" dirty="0" smtClean="0"/>
              <a:t>face recognition, object detection, image processing, and self-driving cars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58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What is </a:t>
            </a:r>
            <a:r>
              <a:rPr lang="en-IN" dirty="0" err="1" smtClean="0"/>
              <a:t>OpenCV</a:t>
            </a:r>
            <a:r>
              <a:rPr lang="en-IN" dirty="0" smtClean="0"/>
              <a:t>?</a:t>
            </a:r>
          </a:p>
          <a:p>
            <a:endParaRPr lang="en-IN" dirty="0" smtClean="0"/>
          </a:p>
          <a:p>
            <a:r>
              <a:rPr lang="en-US" b="1" dirty="0" err="1" smtClean="0"/>
              <a:t>OpenCV</a:t>
            </a:r>
            <a:r>
              <a:rPr lang="en-US" b="1" dirty="0" smtClean="0"/>
              <a:t> (Open Source Computer Vision Library)</a:t>
            </a:r>
            <a:r>
              <a:rPr lang="en-US" dirty="0" smtClean="0"/>
              <a:t> is a powerful, open-source library used for real-time image and video processing. It provides tools to perform tasks like: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✔ Image processing (filtering, edge detection, etc.)</a:t>
            </a:r>
            <a:br>
              <a:rPr lang="en-US" dirty="0" smtClean="0"/>
            </a:br>
            <a:r>
              <a:rPr lang="en-US" dirty="0" smtClean="0"/>
              <a:t>✔ Object detection (face, people, objects)</a:t>
            </a:r>
            <a:br>
              <a:rPr lang="en-US" dirty="0" smtClean="0"/>
            </a:br>
            <a:r>
              <a:rPr lang="en-US" dirty="0" smtClean="0"/>
              <a:t>✔ Feature extraction (detecting key points)</a:t>
            </a:r>
            <a:br>
              <a:rPr lang="en-US" dirty="0" smtClean="0"/>
            </a:br>
            <a:r>
              <a:rPr lang="en-US" dirty="0" smtClean="0"/>
              <a:t>✔ Video analysis (motion detection, tracking)</a:t>
            </a:r>
          </a:p>
        </p:txBody>
      </p:sp>
    </p:spTree>
    <p:extLst>
      <p:ext uri="{BB962C8B-B14F-4D97-AF65-F5344CB8AC3E}">
        <p14:creationId xmlns:p14="http://schemas.microsoft.com/office/powerpoint/2010/main" val="123028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OpenCV</a:t>
            </a:r>
            <a:r>
              <a:rPr lang="en-US" dirty="0" smtClean="0"/>
              <a:t> supports multiple programming languages: </a:t>
            </a:r>
            <a:r>
              <a:rPr lang="en-US" b="1" dirty="0" smtClean="0"/>
              <a:t>Python, C++, Java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works with </a:t>
            </a:r>
            <a:r>
              <a:rPr lang="en-US" b="1" dirty="0" smtClean="0"/>
              <a:t>Deep Learning frameworks</a:t>
            </a:r>
            <a:r>
              <a:rPr lang="en-US" dirty="0" smtClean="0"/>
              <a:t> like </a:t>
            </a:r>
            <a:r>
              <a:rPr lang="en-US" b="1" dirty="0" err="1" smtClean="0"/>
              <a:t>TensorFlow</a:t>
            </a:r>
            <a:r>
              <a:rPr lang="en-US" b="1" dirty="0" smtClean="0"/>
              <a:t>, </a:t>
            </a:r>
            <a:r>
              <a:rPr lang="en-US" b="1" dirty="0" err="1" smtClean="0"/>
              <a:t>PyTorch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OpenCV</a:t>
            </a:r>
            <a:r>
              <a:rPr lang="en-US" dirty="0" smtClean="0"/>
              <a:t> is a </a:t>
            </a:r>
            <a:r>
              <a:rPr lang="en-US" b="1" dirty="0" smtClean="0"/>
              <a:t>powerful</a:t>
            </a:r>
            <a:r>
              <a:rPr lang="en-US" dirty="0" smtClean="0"/>
              <a:t> and </a:t>
            </a:r>
            <a:r>
              <a:rPr lang="en-US" b="1" dirty="0" smtClean="0"/>
              <a:t>efficient</a:t>
            </a:r>
            <a:r>
              <a:rPr lang="en-US" dirty="0" smtClean="0"/>
              <a:t> tool for </a:t>
            </a:r>
            <a:r>
              <a:rPr lang="en-US" b="1" dirty="0" smtClean="0"/>
              <a:t>real-time image processing and computer vision</a:t>
            </a:r>
            <a:r>
              <a:rPr lang="en-US" dirty="0" smtClean="0"/>
              <a:t>. It is widely used in </a:t>
            </a:r>
            <a:r>
              <a:rPr lang="en-US" b="1" dirty="0" smtClean="0"/>
              <a:t>AI, robotics, healthcare, and security</a:t>
            </a:r>
            <a:r>
              <a:rPr lang="en-US" dirty="0" smtClean="0"/>
              <a:t> industries.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47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Applications of Computer Vision with </a:t>
            </a:r>
            <a:r>
              <a:rPr lang="en-US" dirty="0" err="1" smtClean="0"/>
              <a:t>OpenCV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IN" dirty="0" smtClean="0"/>
              <a:t>Face Recognition (used in security &amp; social media</a:t>
            </a:r>
          </a:p>
          <a:p>
            <a:r>
              <a:rPr lang="en-IN" dirty="0" smtClean="0"/>
              <a:t>Object Detection (used in self-driving cars &amp; surveillance)</a:t>
            </a:r>
          </a:p>
          <a:p>
            <a:r>
              <a:rPr lang="en-IN" dirty="0" smtClean="0"/>
              <a:t>OCR (Optical Character Recognition) (used in document scanning)</a:t>
            </a:r>
          </a:p>
          <a:p>
            <a:r>
              <a:rPr lang="en-IN" dirty="0" smtClean="0"/>
              <a:t>Medical Imaging (used in X-ray and MRI analysis)</a:t>
            </a:r>
          </a:p>
          <a:p>
            <a:r>
              <a:rPr lang="en-IN" dirty="0" smtClean="0"/>
              <a:t>Gesture Recognition (used in human-computer interaction)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34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Detecting </a:t>
            </a:r>
            <a:r>
              <a:rPr lang="en-US" dirty="0"/>
              <a:t>and tracking objects using </a:t>
            </a:r>
            <a:r>
              <a:rPr lang="en-US" dirty="0" err="1"/>
              <a:t>Haar</a:t>
            </a:r>
            <a:r>
              <a:rPr lang="en-US" dirty="0"/>
              <a:t> cascades from images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1. Import </a:t>
            </a:r>
            <a:r>
              <a:rPr lang="en-IN" b="1" dirty="0" err="1" smtClean="0"/>
              <a:t>OpenCV</a:t>
            </a:r>
            <a:endParaRPr lang="en-IN" b="1" dirty="0" smtClean="0"/>
          </a:p>
          <a:p>
            <a:endParaRPr lang="en-IN" dirty="0" smtClean="0"/>
          </a:p>
          <a:p>
            <a:r>
              <a:rPr lang="en-US" dirty="0"/>
              <a:t>This imports the </a:t>
            </a:r>
            <a:r>
              <a:rPr lang="en-US" b="1" dirty="0" err="1"/>
              <a:t>OpenCV</a:t>
            </a:r>
            <a:r>
              <a:rPr lang="en-US" dirty="0"/>
              <a:t> library, which is used for image processing and computer vision tasks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pPr marL="0" indent="0">
              <a:buNone/>
            </a:pPr>
            <a:r>
              <a:rPr lang="en-IN" b="1" dirty="0"/>
              <a:t>2. Load the </a:t>
            </a:r>
            <a:r>
              <a:rPr lang="en-IN" b="1" dirty="0" smtClean="0"/>
              <a:t>Image</a:t>
            </a:r>
          </a:p>
          <a:p>
            <a:r>
              <a:rPr lang="en-IN" dirty="0"/>
              <a:t>cv2.imread(path) reads an image from the given file path</a:t>
            </a:r>
            <a:r>
              <a:rPr lang="en-IN" dirty="0" smtClean="0"/>
              <a:t>.</a:t>
            </a:r>
          </a:p>
          <a:p>
            <a:r>
              <a:rPr lang="en-IN" dirty="0" smtClean="0"/>
              <a:t>The </a:t>
            </a:r>
            <a:r>
              <a:rPr lang="en-IN" dirty="0"/>
              <a:t>r before the path makes it a </a:t>
            </a:r>
            <a:r>
              <a:rPr lang="en-IN" b="1" dirty="0"/>
              <a:t>raw string</a:t>
            </a:r>
            <a:r>
              <a:rPr lang="en-IN" dirty="0"/>
              <a:t>, preventing issues with backslashes (\).</a:t>
            </a:r>
          </a:p>
          <a:p>
            <a:r>
              <a:rPr lang="en-IN" dirty="0"/>
              <a:t>The image is now stored as a </a:t>
            </a:r>
            <a:r>
              <a:rPr lang="en-IN" b="1" dirty="0" err="1"/>
              <a:t>NumPy</a:t>
            </a:r>
            <a:r>
              <a:rPr lang="en-IN" b="1" dirty="0"/>
              <a:t> array</a:t>
            </a:r>
            <a:r>
              <a:rPr lang="en-IN" dirty="0"/>
              <a:t> in the </a:t>
            </a:r>
            <a:r>
              <a:rPr lang="en-IN" dirty="0" err="1"/>
              <a:t>img</a:t>
            </a:r>
            <a:r>
              <a:rPr lang="en-IN" dirty="0"/>
              <a:t> variable.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77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3.</a:t>
            </a:r>
            <a:r>
              <a:rPr lang="en-IN" b="1" dirty="0" smtClean="0"/>
              <a:t>Convert </a:t>
            </a:r>
            <a:r>
              <a:rPr lang="en-IN" b="1" dirty="0"/>
              <a:t>Image to </a:t>
            </a:r>
            <a:r>
              <a:rPr lang="en-IN" b="1" dirty="0" smtClean="0"/>
              <a:t>Grayscale</a:t>
            </a:r>
          </a:p>
          <a:p>
            <a:endParaRPr lang="en-IN" dirty="0" smtClean="0"/>
          </a:p>
          <a:p>
            <a:r>
              <a:rPr lang="en-IN" dirty="0"/>
              <a:t>Face detection works </a:t>
            </a:r>
            <a:r>
              <a:rPr lang="en-IN" b="1" dirty="0"/>
              <a:t>better on grayscale images</a:t>
            </a:r>
            <a:r>
              <a:rPr lang="en-IN" dirty="0"/>
              <a:t> because </a:t>
            </a:r>
            <a:r>
              <a:rPr lang="en-IN" dirty="0" err="1"/>
              <a:t>color</a:t>
            </a:r>
            <a:r>
              <a:rPr lang="en-IN" dirty="0"/>
              <a:t> is not needed.</a:t>
            </a:r>
          </a:p>
          <a:p>
            <a:r>
              <a:rPr lang="en-IN" dirty="0" smtClean="0"/>
              <a:t>cv2.cvtColor(</a:t>
            </a:r>
            <a:r>
              <a:rPr lang="en-IN" dirty="0" err="1" smtClean="0"/>
              <a:t>img</a:t>
            </a:r>
            <a:r>
              <a:rPr lang="en-IN" dirty="0"/>
              <a:t>, cv2.COLOR_BGR2GRAY) converts the image from </a:t>
            </a:r>
            <a:r>
              <a:rPr lang="en-IN" b="1" dirty="0" err="1"/>
              <a:t>color</a:t>
            </a:r>
            <a:r>
              <a:rPr lang="en-IN" b="1" dirty="0"/>
              <a:t> (BGR)</a:t>
            </a:r>
            <a:r>
              <a:rPr lang="en-IN" dirty="0"/>
              <a:t> to </a:t>
            </a:r>
            <a:r>
              <a:rPr lang="en-IN" b="1" dirty="0"/>
              <a:t>grayscale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91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3193"/>
            <a:ext cx="10515600" cy="4283769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b="1" dirty="0" smtClean="0"/>
              <a:t>4.face_cascade.detectMultiScale(gray</a:t>
            </a:r>
            <a:r>
              <a:rPr lang="en-US" b="1" dirty="0"/>
              <a:t>, </a:t>
            </a:r>
            <a:r>
              <a:rPr lang="en-US" b="1" dirty="0" err="1"/>
              <a:t>scaleFactor</a:t>
            </a:r>
            <a:r>
              <a:rPr lang="en-US" b="1" dirty="0"/>
              <a:t>=1.1, </a:t>
            </a:r>
            <a:r>
              <a:rPr lang="en-US" b="1" dirty="0" err="1" smtClean="0"/>
              <a:t>minNeighbors</a:t>
            </a:r>
            <a:r>
              <a:rPr lang="en-US" b="1" dirty="0" smtClean="0"/>
              <a:t>=5)</a:t>
            </a:r>
          </a:p>
          <a:p>
            <a:pPr lvl="0"/>
            <a:endParaRPr lang="en-IN" b="1" dirty="0"/>
          </a:p>
          <a:p>
            <a:pPr lvl="0"/>
            <a:r>
              <a:rPr lang="en-US" b="1" dirty="0" smtClean="0"/>
              <a:t>gray</a:t>
            </a:r>
            <a:r>
              <a:rPr lang="en-US" dirty="0" smtClean="0"/>
              <a:t> </a:t>
            </a:r>
            <a:r>
              <a:rPr lang="en-US" dirty="0"/>
              <a:t>→ The input image, converted to </a:t>
            </a:r>
            <a:r>
              <a:rPr lang="en-US" dirty="0" smtClean="0"/>
              <a:t>grayscale.</a:t>
            </a:r>
          </a:p>
          <a:p>
            <a:pPr lvl="0"/>
            <a:r>
              <a:rPr lang="en-US" b="1" dirty="0" err="1" smtClean="0"/>
              <a:t>scaleFactor</a:t>
            </a:r>
            <a:endParaRPr lang="en-US" b="1" dirty="0"/>
          </a:p>
          <a:p>
            <a:r>
              <a:rPr lang="en-US" b="1" dirty="0"/>
              <a:t>	</a:t>
            </a:r>
            <a:r>
              <a:rPr lang="en-IN" dirty="0" smtClean="0"/>
              <a:t> </a:t>
            </a:r>
            <a:r>
              <a:rPr lang="en-US" sz="2800" b="1" dirty="0" smtClean="0"/>
              <a:t>Lower </a:t>
            </a:r>
            <a:r>
              <a:rPr lang="en-US" sz="2800" b="1" dirty="0"/>
              <a:t>values (e.g., 1.05)</a:t>
            </a:r>
            <a:r>
              <a:rPr lang="en-US" sz="2800" dirty="0"/>
              <a:t> → More accuracy but slower detection.</a:t>
            </a:r>
            <a:endParaRPr lang="en-IN" sz="2800" dirty="0"/>
          </a:p>
          <a:p>
            <a:pPr lvl="2"/>
            <a:r>
              <a:rPr lang="en-US" sz="2800" b="1" dirty="0"/>
              <a:t>Higher values (e.g., 1.4)</a:t>
            </a:r>
            <a:r>
              <a:rPr lang="en-US" sz="2800" dirty="0"/>
              <a:t> → Faster but may miss faces</a:t>
            </a:r>
            <a:r>
              <a:rPr lang="en-US" sz="2800" dirty="0" smtClean="0"/>
              <a:t>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59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err="1"/>
              <a:t>minNeighbors</a:t>
            </a:r>
            <a:r>
              <a:rPr lang="en-US" b="1" dirty="0"/>
              <a:t>=5</a:t>
            </a:r>
            <a:r>
              <a:rPr lang="en-US" dirty="0"/>
              <a:t> → The </a:t>
            </a:r>
            <a:r>
              <a:rPr lang="en-US" b="1" dirty="0"/>
              <a:t>number of neighboring rectangles</a:t>
            </a:r>
            <a:r>
              <a:rPr lang="en-US" dirty="0"/>
              <a:t> that must be detected to confirm a face.</a:t>
            </a:r>
            <a:endParaRPr lang="en-IN" dirty="0"/>
          </a:p>
          <a:p>
            <a:pPr lvl="2"/>
            <a:r>
              <a:rPr lang="en-US" sz="2800" b="1" dirty="0"/>
              <a:t>Higher value (e.g., 6-7)</a:t>
            </a:r>
            <a:r>
              <a:rPr lang="en-US" sz="2800" dirty="0"/>
              <a:t> → Fewer false positives but might miss some faces.</a:t>
            </a:r>
            <a:endParaRPr lang="en-IN" sz="2800" dirty="0"/>
          </a:p>
          <a:p>
            <a:pPr lvl="2"/>
            <a:r>
              <a:rPr lang="en-US" sz="2800" b="1" dirty="0"/>
              <a:t>Lower value (e.g., 3-4)</a:t>
            </a:r>
            <a:r>
              <a:rPr lang="en-US" sz="2800" dirty="0"/>
              <a:t> → Detects more faces but may include false detections.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72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5</a:t>
            </a:r>
            <a:r>
              <a:rPr lang="en-US" b="1" dirty="0" smtClean="0"/>
              <a:t> </a:t>
            </a:r>
            <a:r>
              <a:rPr lang="en-US" b="1" dirty="0"/>
              <a:t>Load </a:t>
            </a:r>
            <a:r>
              <a:rPr lang="en-US" b="1" dirty="0" err="1"/>
              <a:t>Haar</a:t>
            </a:r>
            <a:r>
              <a:rPr lang="en-US" b="1" dirty="0"/>
              <a:t> Cascade &amp; Detect </a:t>
            </a:r>
            <a:r>
              <a:rPr lang="en-US" b="1" dirty="0" smtClean="0"/>
              <a:t>Faces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b="1" dirty="0" err="1" smtClean="0"/>
              <a:t>Haar</a:t>
            </a:r>
            <a:r>
              <a:rPr lang="en-IN" b="1" dirty="0" smtClean="0"/>
              <a:t> </a:t>
            </a:r>
            <a:r>
              <a:rPr lang="en-IN" b="1" dirty="0"/>
              <a:t>Cascade Classifier</a:t>
            </a:r>
            <a:r>
              <a:rPr lang="en-IN" dirty="0"/>
              <a:t> is a pre-trained model for face detection.</a:t>
            </a:r>
          </a:p>
          <a:p>
            <a:r>
              <a:rPr lang="en-IN" dirty="0" smtClean="0"/>
              <a:t>cv2.CascadeClassifier(path</a:t>
            </a:r>
            <a:r>
              <a:rPr lang="en-IN" dirty="0"/>
              <a:t>) loads the XML file containing face detection data.</a:t>
            </a:r>
          </a:p>
          <a:p>
            <a:r>
              <a:rPr lang="en-IN" dirty="0" err="1" smtClean="0"/>
              <a:t>detectMultiScale</a:t>
            </a:r>
            <a:r>
              <a:rPr lang="en-IN" dirty="0" smtClean="0"/>
              <a:t>(</a:t>
            </a:r>
            <a:r>
              <a:rPr lang="en-IN" dirty="0" err="1" smtClean="0"/>
              <a:t>gray</a:t>
            </a:r>
            <a:r>
              <a:rPr lang="en-IN" dirty="0"/>
              <a:t>) detects </a:t>
            </a:r>
            <a:r>
              <a:rPr lang="en-IN" b="1" dirty="0"/>
              <a:t>faces in the grayscale image</a:t>
            </a:r>
            <a:r>
              <a:rPr lang="en-IN" dirty="0"/>
              <a:t>.</a:t>
            </a:r>
          </a:p>
          <a:p>
            <a:r>
              <a:rPr lang="en-IN" dirty="0" smtClean="0"/>
              <a:t>faces </a:t>
            </a:r>
            <a:r>
              <a:rPr lang="en-IN" dirty="0"/>
              <a:t>now contains a list of detected faces in the format </a:t>
            </a:r>
            <a:r>
              <a:rPr lang="en-IN" b="1" dirty="0"/>
              <a:t>(x, y, w, h)</a:t>
            </a:r>
            <a:r>
              <a:rPr lang="en-IN" dirty="0"/>
              <a:t>:</a:t>
            </a:r>
          </a:p>
          <a:p>
            <a:pPr lvl="0"/>
            <a:r>
              <a:rPr lang="en-IN" dirty="0"/>
              <a:t>x, y → Top-left corner of the detected face</a:t>
            </a:r>
          </a:p>
          <a:p>
            <a:pPr lvl="0"/>
            <a:r>
              <a:rPr lang="en-IN" dirty="0"/>
              <a:t>w, h → Width and height of the 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20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6.</a:t>
            </a:r>
            <a:r>
              <a:rPr lang="en-US" b="1" dirty="0" smtClean="0"/>
              <a:t> </a:t>
            </a:r>
            <a:r>
              <a:rPr lang="en-US" b="1" dirty="0"/>
              <a:t>Draw Rectangles Around </a:t>
            </a:r>
            <a:r>
              <a:rPr lang="en-US" b="1" dirty="0" smtClean="0"/>
              <a:t>Faces</a:t>
            </a:r>
          </a:p>
          <a:p>
            <a:endParaRPr lang="en-US" dirty="0" smtClean="0"/>
          </a:p>
          <a:p>
            <a:r>
              <a:rPr lang="en-IN" dirty="0" smtClean="0"/>
              <a:t>This </a:t>
            </a:r>
            <a:r>
              <a:rPr lang="en-IN" b="1" dirty="0"/>
              <a:t>loops through all detected faces</a:t>
            </a:r>
            <a:r>
              <a:rPr lang="en-IN" dirty="0"/>
              <a:t>.</a:t>
            </a:r>
          </a:p>
          <a:p>
            <a:r>
              <a:rPr lang="en-IN" dirty="0" smtClean="0"/>
              <a:t>cv2.rectangle(</a:t>
            </a:r>
            <a:r>
              <a:rPr lang="en-IN" dirty="0" err="1" smtClean="0"/>
              <a:t>img</a:t>
            </a:r>
            <a:r>
              <a:rPr lang="en-IN" dirty="0"/>
              <a:t>, (x, y), (</a:t>
            </a:r>
            <a:r>
              <a:rPr lang="en-IN" dirty="0" err="1"/>
              <a:t>x+w</a:t>
            </a:r>
            <a:r>
              <a:rPr lang="en-IN" dirty="0"/>
              <a:t>, </a:t>
            </a:r>
            <a:r>
              <a:rPr lang="en-IN" dirty="0" err="1"/>
              <a:t>y+h</a:t>
            </a:r>
            <a:r>
              <a:rPr lang="en-IN" dirty="0"/>
              <a:t>), (255, 0, 0), 2) draws a </a:t>
            </a:r>
            <a:r>
              <a:rPr lang="en-IN" b="1" dirty="0"/>
              <a:t>blue rectangle</a:t>
            </a:r>
            <a:r>
              <a:rPr lang="en-IN" dirty="0"/>
              <a:t> (RGB: </a:t>
            </a:r>
            <a:r>
              <a:rPr lang="en-IN" b="1" dirty="0"/>
              <a:t>(255,0,0)</a:t>
            </a:r>
            <a:r>
              <a:rPr lang="en-IN" dirty="0"/>
              <a:t>) around each face.</a:t>
            </a:r>
          </a:p>
          <a:p>
            <a:r>
              <a:rPr lang="en-IN" dirty="0" smtClean="0"/>
              <a:t>2 </a:t>
            </a:r>
            <a:r>
              <a:rPr lang="en-IN" dirty="0"/>
              <a:t>is the </a:t>
            </a:r>
            <a:r>
              <a:rPr lang="en-IN" b="1" dirty="0"/>
              <a:t>thickness</a:t>
            </a:r>
            <a:r>
              <a:rPr lang="en-IN" dirty="0"/>
              <a:t> of the rectangle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513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7</a:t>
            </a:r>
            <a:r>
              <a:rPr lang="en-US" b="1" dirty="0" smtClean="0"/>
              <a:t>. </a:t>
            </a:r>
            <a:r>
              <a:rPr lang="en-US" b="1" dirty="0"/>
              <a:t>Display the Image with Detected </a:t>
            </a:r>
            <a:r>
              <a:rPr lang="en-US" b="1" dirty="0" smtClean="0"/>
              <a:t>Faces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cv2.imshow('Face Detection', </a:t>
            </a:r>
            <a:r>
              <a:rPr lang="en-IN" dirty="0" err="1"/>
              <a:t>img</a:t>
            </a:r>
            <a:r>
              <a:rPr lang="en-IN" dirty="0"/>
              <a:t>) shows the image with the detected faces.</a:t>
            </a:r>
          </a:p>
          <a:p>
            <a:r>
              <a:rPr lang="en-IN" dirty="0"/>
              <a:t>cv2.waitKey(0) waits until any key is pressed.</a:t>
            </a:r>
          </a:p>
          <a:p>
            <a:r>
              <a:rPr lang="en-IN" dirty="0"/>
              <a:t>cv2.destroyAllWindows() closes all </a:t>
            </a:r>
            <a:r>
              <a:rPr lang="en-IN" dirty="0" err="1"/>
              <a:t>OpenCV</a:t>
            </a:r>
            <a:r>
              <a:rPr lang="en-IN" dirty="0"/>
              <a:t> windows.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931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Your Face </a:t>
            </a:r>
            <a:r>
              <a:rPr lang="en-US" dirty="0" smtClean="0"/>
              <a:t>Detection video </a:t>
            </a:r>
            <a:r>
              <a:rPr lang="en-US" dirty="0"/>
              <a:t>Program Using </a:t>
            </a:r>
            <a:r>
              <a:rPr lang="en-US" dirty="0" err="1"/>
              <a:t>OpenCV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Python program </a:t>
            </a:r>
            <a:r>
              <a:rPr lang="en-US" b="1" dirty="0"/>
              <a:t>detects faces in real-time</a:t>
            </a:r>
            <a:r>
              <a:rPr lang="en-US" dirty="0"/>
              <a:t> using a </a:t>
            </a:r>
            <a:r>
              <a:rPr lang="en-US" b="1" dirty="0" err="1"/>
              <a:t>Haar</a:t>
            </a:r>
            <a:r>
              <a:rPr lang="en-US" b="1" dirty="0"/>
              <a:t> Cascade Classifier</a:t>
            </a:r>
            <a:r>
              <a:rPr lang="en-US" dirty="0"/>
              <a:t> and </a:t>
            </a:r>
            <a:r>
              <a:rPr lang="en-US" dirty="0" err="1"/>
              <a:t>OpenCV</a:t>
            </a:r>
            <a:r>
              <a:rPr lang="en-US" dirty="0"/>
              <a:t>. It captures video from a webcam, detects faces, and highlights them with rectangles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IN" dirty="0"/>
              <a:t>1. Import </a:t>
            </a:r>
            <a:r>
              <a:rPr lang="en-IN" dirty="0" err="1"/>
              <a:t>OpenCV</a:t>
            </a:r>
            <a:r>
              <a:rPr lang="en-IN" dirty="0"/>
              <a:t> </a:t>
            </a:r>
            <a:r>
              <a:rPr lang="en-IN" dirty="0" smtClean="0"/>
              <a:t>Library:</a:t>
            </a:r>
          </a:p>
          <a:p>
            <a:r>
              <a:rPr lang="en-US" b="1" dirty="0"/>
              <a:t>cv2 (</a:t>
            </a:r>
            <a:r>
              <a:rPr lang="en-US" b="1" dirty="0" err="1"/>
              <a:t>OpenCV</a:t>
            </a:r>
            <a:r>
              <a:rPr lang="en-US" b="1" dirty="0"/>
              <a:t>)</a:t>
            </a:r>
            <a:r>
              <a:rPr lang="en-US" dirty="0"/>
              <a:t> is a powerful library for </a:t>
            </a:r>
            <a:r>
              <a:rPr lang="en-US" b="1" dirty="0"/>
              <a:t>computer vision</a:t>
            </a:r>
            <a:r>
              <a:rPr lang="en-US" dirty="0"/>
              <a:t> and </a:t>
            </a:r>
            <a:r>
              <a:rPr lang="en-US" b="1" dirty="0"/>
              <a:t>image processing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88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 Load the </a:t>
            </a:r>
            <a:r>
              <a:rPr lang="en-US" dirty="0" err="1"/>
              <a:t>Haar</a:t>
            </a:r>
            <a:r>
              <a:rPr lang="en-US" dirty="0"/>
              <a:t> Cascade for Face Detection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lvl="0"/>
            <a:r>
              <a:rPr lang="en-IN" dirty="0" err="1"/>
              <a:t>CascadeClassifier</a:t>
            </a:r>
            <a:r>
              <a:rPr lang="en-IN" dirty="0"/>
              <a:t>() loads a </a:t>
            </a:r>
            <a:r>
              <a:rPr lang="en-IN" b="1" dirty="0"/>
              <a:t>pre-trained </a:t>
            </a:r>
            <a:r>
              <a:rPr lang="en-IN" b="1" dirty="0" err="1"/>
              <a:t>Haar</a:t>
            </a:r>
            <a:r>
              <a:rPr lang="en-IN" b="1" dirty="0"/>
              <a:t> cascade XML file</a:t>
            </a:r>
            <a:r>
              <a:rPr lang="en-IN" dirty="0"/>
              <a:t> for face detection</a:t>
            </a:r>
            <a:r>
              <a:rPr lang="en-IN" dirty="0" smtClean="0"/>
              <a:t>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Ensure the file path is correct!</a:t>
            </a:r>
            <a:r>
              <a:rPr lang="en-IN" dirty="0"/>
              <a:t> If this path is wrong, the program won’t 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678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3. Capture Video from the </a:t>
            </a:r>
            <a:r>
              <a:rPr lang="en-IN" dirty="0" smtClean="0"/>
              <a:t>Webcam</a:t>
            </a:r>
          </a:p>
          <a:p>
            <a:endParaRPr lang="en-IN" dirty="0"/>
          </a:p>
          <a:p>
            <a:r>
              <a:rPr lang="en-IN" dirty="0" smtClean="0"/>
              <a:t>cv2.VideoCapture(0</a:t>
            </a:r>
            <a:r>
              <a:rPr lang="en-IN" dirty="0"/>
              <a:t>) starts capturing </a:t>
            </a:r>
            <a:r>
              <a:rPr lang="en-IN" b="1" dirty="0"/>
              <a:t>video from the default webcam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 smtClean="0"/>
              <a:t>You </a:t>
            </a:r>
            <a:r>
              <a:rPr lang="en-IN" dirty="0"/>
              <a:t>can use a </a:t>
            </a:r>
            <a:r>
              <a:rPr lang="en-IN" b="1" dirty="0"/>
              <a:t>video file path</a:t>
            </a:r>
            <a:r>
              <a:rPr lang="en-IN" dirty="0"/>
              <a:t> instead of 0 to process a </a:t>
            </a:r>
            <a:r>
              <a:rPr lang="en-IN" b="1" dirty="0"/>
              <a:t>pre-recorded video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411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4. Start an Infinite Loop to Process Video </a:t>
            </a:r>
            <a:r>
              <a:rPr lang="en-IN" dirty="0" smtClean="0"/>
              <a:t>Frames</a:t>
            </a:r>
          </a:p>
          <a:p>
            <a:endParaRPr lang="en-IN" dirty="0"/>
          </a:p>
          <a:p>
            <a:pPr lvl="0"/>
            <a:r>
              <a:rPr lang="en-IN" dirty="0" err="1"/>
              <a:t>cap.read</a:t>
            </a:r>
            <a:r>
              <a:rPr lang="en-IN" dirty="0"/>
              <a:t>() </a:t>
            </a:r>
            <a:r>
              <a:rPr lang="en-IN" b="1" dirty="0"/>
              <a:t>reads each frame</a:t>
            </a:r>
            <a:r>
              <a:rPr lang="en-IN" dirty="0"/>
              <a:t> from the webcam</a:t>
            </a:r>
            <a:r>
              <a:rPr lang="en-IN" dirty="0" smtClean="0"/>
              <a:t>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ret is True if the frame is read correctly; otherwise, it stops the loop.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782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5.Convert </a:t>
            </a:r>
            <a:r>
              <a:rPr lang="en-US" dirty="0"/>
              <a:t>the Frame to </a:t>
            </a:r>
            <a:r>
              <a:rPr lang="en-US" dirty="0" smtClean="0"/>
              <a:t>Grayscale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6</a:t>
            </a:r>
            <a:r>
              <a:rPr lang="en-US" dirty="0"/>
              <a:t>. Detect Faces in the </a:t>
            </a:r>
            <a:r>
              <a:rPr lang="en-US" dirty="0" smtClean="0"/>
              <a:t>Frame</a:t>
            </a:r>
          </a:p>
          <a:p>
            <a:pPr marL="0" indent="0">
              <a:buNone/>
            </a:pPr>
            <a:r>
              <a:rPr lang="en-US" dirty="0" smtClean="0"/>
              <a:t>7</a:t>
            </a:r>
            <a:r>
              <a:rPr lang="en-US" dirty="0"/>
              <a:t>. Draw Rectangles Around Detected </a:t>
            </a:r>
            <a:r>
              <a:rPr lang="en-US" dirty="0" smtClean="0"/>
              <a:t>Faces</a:t>
            </a:r>
          </a:p>
          <a:p>
            <a:pPr marL="0" indent="0">
              <a:buNone/>
            </a:pPr>
            <a:r>
              <a:rPr lang="en-US" dirty="0" smtClean="0"/>
              <a:t>8</a:t>
            </a:r>
            <a:r>
              <a:rPr lang="en-US" dirty="0"/>
              <a:t>. Display the Video with Detected </a:t>
            </a:r>
            <a:r>
              <a:rPr lang="en-US" dirty="0" smtClean="0"/>
              <a:t>Faces</a:t>
            </a:r>
          </a:p>
          <a:p>
            <a:pPr marL="0" indent="0">
              <a:buNone/>
            </a:pPr>
            <a:r>
              <a:rPr lang="en-US" dirty="0"/>
              <a:t>9. Exit the Program When 'q' is </a:t>
            </a:r>
            <a:r>
              <a:rPr lang="en-US" dirty="0" smtClean="0"/>
              <a:t>Pressed</a:t>
            </a:r>
          </a:p>
          <a:p>
            <a:pPr marL="0" indent="0">
              <a:buNone/>
            </a:pPr>
            <a:r>
              <a:rPr lang="en-US" dirty="0" smtClean="0"/>
              <a:t>10</a:t>
            </a:r>
            <a:r>
              <a:rPr lang="en-US" dirty="0"/>
              <a:t>. Release Resources and Close Windows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237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763</Words>
  <Application>Microsoft Office PowerPoint</Application>
  <PresentationFormat>Widescreen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CH-5</vt:lpstr>
      <vt:lpstr>PowerPoint Presentation</vt:lpstr>
      <vt:lpstr>PowerPoint Presentation</vt:lpstr>
      <vt:lpstr>PowerPoint Presentation</vt:lpstr>
      <vt:lpstr>PowerPoint Presentation</vt:lpstr>
      <vt:lpstr>Detecting and tracking objects using Haar cascades from images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Explanation of Your Face Detection video Program Using OpenCV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CH-5</dc:title>
  <dc:creator>Admin</dc:creator>
  <cp:lastModifiedBy>Admin</cp:lastModifiedBy>
  <cp:revision>13</cp:revision>
  <dcterms:created xsi:type="dcterms:W3CDTF">2025-02-16T18:19:31Z</dcterms:created>
  <dcterms:modified xsi:type="dcterms:W3CDTF">2025-02-20T18:39:06Z</dcterms:modified>
</cp:coreProperties>
</file>